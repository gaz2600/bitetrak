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layfair Displ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fairDisplay-regular.fntdata"/><Relationship Id="rId21" Type="http://schemas.openxmlformats.org/officeDocument/2006/relationships/slide" Target="slides/slide16.xml"/><Relationship Id="rId24" Type="http://schemas.openxmlformats.org/officeDocument/2006/relationships/font" Target="fonts/PlayfairDisplay-italic.fntdata"/><Relationship Id="rId23" Type="http://schemas.openxmlformats.org/officeDocument/2006/relationships/font" Target="fonts/PlayfairDispl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PlayfairDispl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83aa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83aa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9e50f179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9e50f179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9e50f179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9e50f179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9e50f179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9e50f17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9e50f179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9e50f179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9e50f179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9e50f179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9e50f179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9e50f179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9e50f179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9e50f179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9e50f179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9e50f179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9e50f179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9e50f17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9e50f179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9e50f17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6f83aa9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6f83aa9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6f83aa9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6f83aa9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6f83aa91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6f83aa9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6f83aa91_0_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6f83aa9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3.jpg"/><Relationship Id="rId5" Type="http://schemas.openxmlformats.org/officeDocument/2006/relationships/image" Target="../media/image6.jpg"/><Relationship Id="rId6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Snacks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Your Name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Millions struggle with complex diets: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IBS / digestive disorders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Gluten intolerance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Immune-compromised diets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Low-FODMAP restrictions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Confusing restaurant options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Traditional apps only track </a:t>
            </a:r>
            <a:r>
              <a:rPr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macros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—not </a:t>
            </a:r>
            <a:r>
              <a:rPr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safety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Huge underserved market: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70M+ Americans with digestive disorders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32M+ gluten-free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Millions recovering from cancer or transplant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Diet apps = $1.7B market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Nobody addresses medical dietary safety.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meal plans tailored to medical &amp; dietary needs.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Features: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weekly plans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IBS-safe &amp; immune-safe filters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Low-FODMAP tagging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Restaurant-safe menu analysis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 grocery lists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builder or auto-generate modes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sets calorie goals + restrictions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MealSense selects safe foods &amp; recipes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builds multi-day plans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flags unsafe foods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edits, regenerates, or substitutes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Grocery list generated automatically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Screens (Text placeholders)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Dashboard: “Your Week at a Glance”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Meal Builder: drag &amp; drop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Safety Flag System: IBS, immune risk, gluten-free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Restaurant Explorer: safe menu items near you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Grocery List Export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Next.js + Tailwind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 or Node backend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 with food/recipe/menu DB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USDA/Edamam data sync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tagging + generation using OpenAI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Microservices + scalable cloud hosting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Model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Freemium + Premium Subscription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Free: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meal builder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Calorie tracking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recipes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Premium ($7–$12/mo):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AI plans (7–30 days)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IBS/immune-safe filters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Restaurant-safe modes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Unlimited plans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Exportable grocery lists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Enterprise Tier: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Dietitians, clinics, hospitals ($20–200/mo)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Go-To-Market Strategy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SEO + content marketing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TikTok &amp; Instagram (safe eating tips)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Reddit communities (IBS, gluten-free, transplant)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Partnerships with GI and cancer clinics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Influencers in gut health &amp; allergy spaces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Competitive Advantage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Medically-aware AI (IBS, immune safety)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Restaurant safety engine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tagging = low overhead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Niche dominance potential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Community-generated recipes + submissions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Financials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1: 1,000 paying users → $120K/yr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3: 8,000 paying users → $960K/yr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Margins: 60–75%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Minimal staff needed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MVP in 90 days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Restaurant mode in 6 months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Clinic partnerships in 9–12 months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app year 2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head shot of hand holding cup of light-colored tea with lemon slices floating in it" id="136" name="Google Shape;136;p26"/>
          <p:cNvPicPr preferRelativeResize="0"/>
          <p:nvPr/>
        </p:nvPicPr>
        <p:blipFill rotWithShape="1">
          <a:blip r:embed="rId3">
            <a:alphaModFix/>
          </a:blip>
          <a:srcRect b="38539" l="0" r="28825" t="21892"/>
          <a:stretch/>
        </p:blipFill>
        <p:spPr>
          <a:xfrm>
            <a:off x="433825" y="359800"/>
            <a:ext cx="3795004" cy="139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nch of dark blue grapes on a vine" id="137" name="Google Shape;137;p26"/>
          <p:cNvPicPr preferRelativeResize="0"/>
          <p:nvPr/>
        </p:nvPicPr>
        <p:blipFill rotWithShape="1">
          <a:blip r:embed="rId4">
            <a:alphaModFix/>
          </a:blip>
          <a:srcRect b="37538" l="0" r="0" t="12214"/>
          <a:stretch/>
        </p:blipFill>
        <p:spPr>
          <a:xfrm>
            <a:off x="433775" y="1886650"/>
            <a:ext cx="3795002" cy="285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verhead shot of wooden table with cast iron pan and various spices on it" id="138" name="Google Shape;138;p26"/>
          <p:cNvPicPr preferRelativeResize="0"/>
          <p:nvPr/>
        </p:nvPicPr>
        <p:blipFill rotWithShape="1">
          <a:blip r:embed="rId5">
            <a:alphaModFix/>
          </a:blip>
          <a:srcRect b="3846" l="35811" r="34812" t="5210"/>
          <a:stretch/>
        </p:blipFill>
        <p:spPr>
          <a:xfrm>
            <a:off x="4356064" y="359800"/>
            <a:ext cx="2146499" cy="4394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 onion sliced in half. Peppercorns in foreground. Parsley leaves in background." id="139" name="Google Shape;139;p26"/>
          <p:cNvPicPr preferRelativeResize="0"/>
          <p:nvPr/>
        </p:nvPicPr>
        <p:blipFill rotWithShape="1">
          <a:blip r:embed="rId6">
            <a:alphaModFix/>
          </a:blip>
          <a:srcRect b="3651" l="23477" r="45348" t="0"/>
          <a:stretch/>
        </p:blipFill>
        <p:spPr>
          <a:xfrm>
            <a:off x="6629825" y="359800"/>
            <a:ext cx="2146498" cy="440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RECIPE NAME</a:t>
            </a:r>
            <a:br>
              <a:rPr lang="en"/>
            </a:br>
            <a:r>
              <a:rPr lang="en"/>
              <a:t>30 minutes • Serves 4-6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Lorem ipsum dolor sit amet, consectetur adipiscing elit, sed do eiusmod tempor incididunt ut labore et dolore magna aliqua.</a:t>
            </a:r>
            <a:endParaRPr/>
          </a:p>
        </p:txBody>
      </p:sp>
      <p:pic>
        <p:nvPicPr>
          <p:cNvPr descr="Overhead shot of red raspberries in white teacup on a wooden table." id="145" name="Google Shape;145;p27"/>
          <p:cNvPicPr preferRelativeResize="0"/>
          <p:nvPr/>
        </p:nvPicPr>
        <p:blipFill rotWithShape="1">
          <a:blip r:embed="rId3">
            <a:alphaModFix/>
          </a:blip>
          <a:srcRect b="16957" l="49586" r="8893" t="0"/>
          <a:stretch/>
        </p:blipFill>
        <p:spPr>
          <a:xfrm flipH="1">
            <a:off x="3" y="0"/>
            <a:ext cx="4571997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Contact</a:t>
            </a:r>
            <a:endParaRPr sz="3000"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Your Name</a:t>
            </a:r>
            <a:br>
              <a:rPr b="1" lang="en" sz="1400"/>
            </a:br>
            <a:r>
              <a:rPr lang="en"/>
              <a:t>no_reply@example.com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Complete set available at</a:t>
            </a:r>
            <a:br>
              <a:rPr lang="en"/>
            </a:br>
            <a:r>
              <a:rPr lang="en"/>
              <a:t>www.example.com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Closeup of green beans in a wooden basket" id="152" name="Google Shape;152;p28"/>
          <p:cNvPicPr preferRelativeResize="0"/>
          <p:nvPr/>
        </p:nvPicPr>
        <p:blipFill rotWithShape="1">
          <a:blip r:embed="rId3">
            <a:alphaModFix/>
          </a:blip>
          <a:srcRect b="0" l="23908" r="0" t="0"/>
          <a:stretch/>
        </p:blipFill>
        <p:spPr>
          <a:xfrm>
            <a:off x="3272325" y="0"/>
            <a:ext cx="587212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